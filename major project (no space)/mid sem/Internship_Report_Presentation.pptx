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65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27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0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5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70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7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3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9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5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855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47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9952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89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17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45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07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2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7000">
              <a:srgbClr val="CAE5A0"/>
            </a:gs>
            <a:gs pos="7104">
              <a:srgbClr val="C4E296"/>
            </a:gs>
            <a:gs pos="0">
              <a:schemeClr val="accent1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05-Mar-25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92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3156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Report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407" y="5430838"/>
            <a:ext cx="2845183" cy="1537521"/>
          </a:xfrm>
        </p:spPr>
        <p:txBody>
          <a:bodyPr>
            <a:normAutofit/>
          </a:bodyPr>
          <a:lstStyle/>
          <a:p>
            <a:pPr algn="ctr"/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Parnika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Singh</a:t>
            </a:r>
          </a:p>
          <a:p>
            <a:pPr algn="ctr"/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215/UCM/017</a:t>
            </a:r>
            <a:endParaRPr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</p:txBody>
      </p:sp>
      <p:pic>
        <p:nvPicPr>
          <p:cNvPr id="4" name="Picture 2" descr="https://encrypted-tbn0.gstatic.com/images?q=tbn:ANd9GcQtJ3zNTYmvr6PAkihI3BmxVLb0u3l1AJjozg&amp;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012" y="1997135"/>
            <a:ext cx="2085975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835571" y="4486196"/>
            <a:ext cx="79458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YACgEUJSCy8 0"/>
              </a:rPr>
              <a:t>Major Project presentation for the evaluation and partial fulfillment of the</a:t>
            </a: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  <a:latin typeface="YACgEUJSCy8 0"/>
              </a:rPr>
              <a:t>requirement for the award of the degree </a:t>
            </a:r>
            <a:r>
              <a:rPr lang="en-US" dirty="0" err="1">
                <a:solidFill>
                  <a:schemeClr val="bg1"/>
                </a:solidFill>
                <a:latin typeface="YACgEUJSCy8 0"/>
              </a:rPr>
              <a:t>B.Tech</a:t>
            </a:r>
            <a:r>
              <a:rPr lang="en-US" dirty="0">
                <a:solidFill>
                  <a:schemeClr val="bg1"/>
                </a:solidFill>
                <a:latin typeface="YACgEUJSCy8 0"/>
              </a:rPr>
              <a:t> CSE - Machine Learning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80291"/>
            <a:ext cx="7429499" cy="147857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Intern at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peroptyx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1" y="1970964"/>
            <a:ext cx="7089615" cy="416182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93002" y="996891"/>
            <a:ext cx="7429499" cy="147857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 letter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1523099"/>
              </p:ext>
            </p:extLst>
          </p:nvPr>
        </p:nvGraphicFramePr>
        <p:xfrm>
          <a:off x="4248040" y="0"/>
          <a:ext cx="4895960" cy="6926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Acrobat Document" r:id="rId3" imgW="5667131" imgH="8019991" progId="AcroExch.Document.DC">
                  <p:embed/>
                </p:oleObj>
              </mc:Choice>
              <mc:Fallback>
                <p:oleObj name="Acrobat Document" r:id="rId3" imgW="5667131" imgH="8019991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48040" y="0"/>
                        <a:ext cx="4895960" cy="69263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913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0959"/>
            <a:ext cx="7429499" cy="147857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About </a:t>
            </a:r>
            <a:r>
              <a:rPr lang="en-US" dirty="0" err="1" smtClean="0">
                <a:solidFill>
                  <a:schemeClr val="bg1"/>
                </a:solidFill>
              </a:rPr>
              <a:t>peroptyx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434" y="1949942"/>
            <a:ext cx="8276897" cy="354171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Peroptyx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global leader in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 evaluation and data annotation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providing high-quality training data to enhance machine learning models for leading technology companies. Founded in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company operates in over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countries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ensuring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secure, unbiased, and high-fidelity AI training data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Peroptyx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specializes in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relevance, geospatial data validation, and content moderation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helping improve AI accuracy and user experience. With a strong network of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domain-expert data analysts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company focuses on delivering precise, real-world data insights to optimize AI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815731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277" y="2838206"/>
            <a:ext cx="3989148" cy="34314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0"/>
            <a:ext cx="7429499" cy="1478570"/>
          </a:xfrm>
        </p:spPr>
        <p:txBody>
          <a:bodyPr/>
          <a:lstStyle/>
          <a:p>
            <a:pPr algn="ctr"/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Role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013" y="2517776"/>
            <a:ext cx="4430111" cy="354171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geospatial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moderation.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responsibilities included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 search relevance, detecting biases in AI-generated content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ensuring compliance with company guidelines.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contributed to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refinement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helping improve the overall performance of AI-driven platforms. </a:t>
            </a:r>
            <a:endParaRPr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0235" y="1161904"/>
            <a:ext cx="8561148" cy="1426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Intern at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Peroptyx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my role involved evaluating and improving machine learning models through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annotation and model assessment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primary focus was on assessing AI-generated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results,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7563" y="115853"/>
            <a:ext cx="3006492" cy="100533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Projects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119" y="1138780"/>
            <a:ext cx="8513379" cy="354171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Intern at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Peroptyx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 am working on multiple projects aimed at improving AI model accuracy and performance. One key project is the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AI-Generated Search Results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I analyze and assess the relevance of search engine outputs to enhance user experience. I am also contributing to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Geospatial Data Validation for Maps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ensuring location-based AI systems provide accurate and precise information. Additionally, I am involved in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Moderation and Bias Detection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refining AI algorithms by identifying inappropriate or biased content to ensure compliance with ethical AI standards. These projects are helping me develop expertise in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annotation, AI model evaluation, and machine learning performance analysis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while providing valuable insights into real-world AI applications.</a:t>
            </a:r>
            <a:endParaRPr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859" y="336385"/>
            <a:ext cx="4362327" cy="1340343"/>
          </a:xfrm>
        </p:spPr>
        <p:txBody>
          <a:bodyPr/>
          <a:lstStyle/>
          <a:p>
            <a:pPr algn="ctr"/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 Gained &amp;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859" y="2939115"/>
            <a:ext cx="8445815" cy="3541714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Technically, I am gaining expertise in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analysis, machine learning evaluation, and AI-driven content moderation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 am also improving my ability to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geospatial data and assess search relevance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enhances the accuracy of AI models. On the professional side, I am strengthening my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problem-solving, critical thinking, and research skills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along with improving my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to detail and adherence to AI ethics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Through my contributions, I am helping refine AI models by ensuring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training data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detecting biases, and enhancing the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reliability of machine learning systems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experience is shaping my ability to work in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AI applications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preparing me for future roles in the AI industry.</a:t>
            </a:r>
            <a:endParaRPr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https://encrypted-tbn0.gstatic.com/images?q=tbn:ANd9GcQ86Eeb2HWOnzdhwtEhpjbwmobmVJSWKyDD5Q&amp;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0372" y="336385"/>
            <a:ext cx="3894303" cy="259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98859" y="1632126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Peroptyx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 am developing both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professional skills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while contributing to AI model evaluation and data annotation.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-120767"/>
            <a:ext cx="7429499" cy="1478570"/>
          </a:xfrm>
        </p:spPr>
        <p:txBody>
          <a:bodyPr/>
          <a:lstStyle/>
          <a:p>
            <a:pPr algn="ctr"/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483" y="1357803"/>
            <a:ext cx="8711229" cy="460878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internship at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Peroptyx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providing me with valuable hands-on experience in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 evaluation and data annotation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allowing me to develop a strong foundation in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applications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Through projects focused on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relevance assessment, geospatial data validation, and content moderation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 am gaining insights into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AI </a:t>
            </a: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challenges.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experience is helping me build both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professional skills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preparing me for future opportunities in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and data science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interns, I recommend focusing on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to detail, strong analytical thinking, and continuous learning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excel in AI model evaluation tasks. This internship is a great stepping stone for those looking to pursue a career in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artificial intelligence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178</TotalTime>
  <Words>616</Words>
  <Application>Microsoft Office PowerPoint</Application>
  <PresentationFormat>On-screen Show (4:3)</PresentationFormat>
  <Paragraphs>19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Times New Roman</vt:lpstr>
      <vt:lpstr>Trebuchet MS</vt:lpstr>
      <vt:lpstr>Tw Cen MT</vt:lpstr>
      <vt:lpstr>YACgEUJSCy8 0</vt:lpstr>
      <vt:lpstr>Circuit</vt:lpstr>
      <vt:lpstr>Adobe Acrobat Document</vt:lpstr>
      <vt:lpstr>Internship Report Presentation</vt:lpstr>
      <vt:lpstr>AI Intern at peroptyx</vt:lpstr>
      <vt:lpstr>Offer letter</vt:lpstr>
      <vt:lpstr>About peroptyx</vt:lpstr>
      <vt:lpstr>Internship Role &amp; Responsibilities</vt:lpstr>
      <vt:lpstr>Projects</vt:lpstr>
      <vt:lpstr>Skills Gained &amp; Contributions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Report Presentation</dc:title>
  <dc:subject/>
  <dc:creator/>
  <cp:keywords/>
  <dc:description>generated using python-pptx</dc:description>
  <cp:lastModifiedBy>dell</cp:lastModifiedBy>
  <cp:revision>8</cp:revision>
  <dcterms:created xsi:type="dcterms:W3CDTF">2013-01-27T09:14:16Z</dcterms:created>
  <dcterms:modified xsi:type="dcterms:W3CDTF">2025-03-05T09:31:52Z</dcterms:modified>
  <cp:category/>
</cp:coreProperties>
</file>